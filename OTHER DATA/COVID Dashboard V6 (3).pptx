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tableauprod.unos.org/#/site/public/workbooks/778/views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C3A6FDA5-6972-401F-A082-874C54F20689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COVID Dashboard V6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7134AB3A-5DA7-456C-85C4-1489CD3F711B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1/26/2026 1:48:44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iting List Snap" id="2" name="slide2">
            <a:extLst>
              <a:ext uri="{FF2B5EF4-FFF2-40B4-BE49-F238E27FC236}">
                <a16:creationId xmlns:a16="http://schemas.microsoft.com/office/drawing/2014/main" id="{06531968-6BC5-4099-9579-498CA4E7A8F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142" y="0"/>
            <a:ext cx="51597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2026-01-26T18:48:44Z</dcterms:created>
  <dcterms:modified xsi:type="dcterms:W3CDTF">2026-01-26T18:48:44Z</dcterms:modified>
</cp:coreProperties>
</file>