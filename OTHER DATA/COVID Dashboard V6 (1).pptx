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tableauprod.unos.org/#/site/public/workbooks/778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13858DB-F433-4747-B4EE-F61253204D9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COVID Dashboard V6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1802B53B-59E0-4DF2-9523-A7FC1A8F856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1/26/2026 1:47:05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ansplant by week" id="2" name="slide2">
            <a:extLst>
              <a:ext uri="{FF2B5EF4-FFF2-40B4-BE49-F238E27FC236}">
                <a16:creationId xmlns:a16="http://schemas.microsoft.com/office/drawing/2014/main" id="{31328468-896D-42FF-B37E-F33B502C2F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142" y="0"/>
            <a:ext cx="5159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2026-01-26T18:47:05Z</dcterms:created>
  <dcterms:modified xsi:type="dcterms:W3CDTF">2026-01-26T18:47:05Z</dcterms:modified>
</cp:coreProperties>
</file>