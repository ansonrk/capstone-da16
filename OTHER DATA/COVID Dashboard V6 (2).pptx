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tableauprod.unos.org/#/site/public/workbooks/778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F1F6B93-2673-4E2A-BECD-BB8FC5E2B6F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Dashboard V6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637118C-5E94-4D8D-9645-A76A879A02E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1/26/2026 1:47:41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iting List" id="2" name="slide2">
            <a:extLst>
              <a:ext uri="{FF2B5EF4-FFF2-40B4-BE49-F238E27FC236}">
                <a16:creationId xmlns:a16="http://schemas.microsoft.com/office/drawing/2014/main" id="{DBDC3031-6B09-49F9-B88E-B8636B481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142" y="0"/>
            <a:ext cx="5159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2026-01-26T18:47:42Z</dcterms:created>
  <dcterms:modified xsi:type="dcterms:W3CDTF">2026-01-26T18:47:42Z</dcterms:modified>
</cp:coreProperties>
</file>