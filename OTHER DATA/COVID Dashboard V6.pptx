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6' Target='https://tableauprod.unos.org/#/site/public/workbooks/778/views' TargetMode='External' Type='http://schemas.openxmlformats.org/officeDocument/2006/relationships/hyperlink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2FC7DFE1-846E-48D0-B714-11BC6CEE710F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 dirty="0" lang="en-us">
                <a:hlinkClick r:id="rId6"/>
              </a:rPr>
              <a:t>COVID Dashboard V6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7F4A077B-D152-4954-895F-11C47251B28C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1/26/2026 1:46:14 PM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ransplants" id="2" name="slide2">
            <a:extLst>
              <a:ext uri="{FF2B5EF4-FFF2-40B4-BE49-F238E27FC236}">
                <a16:creationId xmlns:a16="http://schemas.microsoft.com/office/drawing/2014/main" id="{F398E3C2-418A-49EA-AF0A-0672E20F004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6142" y="0"/>
            <a:ext cx="515971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2026-01-26T18:46:14Z</dcterms:created>
  <dcterms:modified xsi:type="dcterms:W3CDTF">2026-01-26T18:46:14Z</dcterms:modified>
</cp:coreProperties>
</file>