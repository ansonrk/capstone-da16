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54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Equity in Access to Heart, Kidney, and Lung Transplants in the U.S.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Richard Anson</a:t>
            </a:r>
          </a:p>
          <a:p>
            <a:r>
              <a:t>Data Analyst</a:t>
            </a:r>
          </a:p>
          <a:p>
            <a:r>
              <a:t>Nashville Software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Personal experience navigating the transplant system</a:t>
            </a:r>
          </a:p>
          <a:p>
            <a:r>
              <a:t>• Importance of equity in transplantation</a:t>
            </a:r>
          </a:p>
          <a:p>
            <a:r>
              <a:t>• Professional interest in healthcare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Inequities in evaluation, waitlisting, and transplant receipt</a:t>
            </a:r>
          </a:p>
          <a:p>
            <a:r>
              <a:t>• Documented disparities across race, insurance, geography</a:t>
            </a:r>
          </a:p>
          <a:p>
            <a:r>
              <a:t>• Need for clear, data-driven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Are there measurable disparities in access to heart, kidney, and lung transplants based on demographic, socioeconomic, and geographic factors?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Supporting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Differences in transplant rates by race, sex, age</a:t>
            </a:r>
          </a:p>
          <a:p>
            <a:r>
              <a:t>• Differences in wait times across groups</a:t>
            </a:r>
          </a:p>
          <a:p>
            <a:r>
              <a:t>• Insurance and regional effects on transplant likelihood</a:t>
            </a:r>
          </a:p>
          <a:p>
            <a:r>
              <a:t>• Uneven distribution of outcomes (e.g., death while waiting)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OPTN / UNOS</a:t>
            </a:r>
          </a:p>
          <a:p>
            <a:r>
              <a:t>• CDC mortality data</a:t>
            </a:r>
          </a:p>
          <a:p>
            <a:r>
              <a:t>• U.S. Census socioeconomic data</a:t>
            </a:r>
          </a:p>
          <a:p>
            <a:r>
              <a:t>• Time period and scope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&amp;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Wait time calculation</a:t>
            </a:r>
          </a:p>
          <a:p>
            <a:r>
              <a:t>• Normalization of transplant rates</a:t>
            </a:r>
          </a:p>
          <a:p>
            <a:r>
              <a:t>• Standardization of race/insurance categories</a:t>
            </a:r>
          </a:p>
          <a:p>
            <a:r>
              <a:t>• Geographic units (state, UNOS region)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Missing race/ethnicity</a:t>
            </a:r>
          </a:p>
          <a:p>
            <a:r>
              <a:t>• Standardizing categories</a:t>
            </a:r>
          </a:p>
          <a:p>
            <a:r>
              <a:t>• Handling inconsistent reporting</a:t>
            </a:r>
          </a:p>
          <a:p>
            <a:r>
              <a:t>• Merging Census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Transplant Rates by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[Placeholder for bar charts]</a:t>
            </a:r>
          </a:p>
          <a:p>
            <a:r>
              <a:t>Insight: Transplant rates differ significantly by race for kidney and lung candidates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Wait Time Disparities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[Placeholder for boxplots or line charts]</a:t>
            </a:r>
          </a:p>
          <a:p>
            <a:r>
              <a:t>Insight: Median wait times are longer for minority and Medicaid patients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Insurance &amp; Regional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[Placeholder for grouped bars or maps]</a:t>
            </a:r>
          </a:p>
          <a:p>
            <a:r>
              <a:t>Insight: Insurance type strongly correlates with transplant likelihood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 While Waiting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[Placeholder for stacked bar chart]</a:t>
            </a:r>
          </a:p>
          <a:p>
            <a:r>
              <a:t>Insight: Mortality while waiting is higher in certain demographic groups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3–5 major disparities</a:t>
            </a:r>
          </a:p>
          <a:p>
            <a:r>
              <a:t>• Interpretation of findings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Missing data</a:t>
            </a:r>
          </a:p>
          <a:p>
            <a:r>
              <a:t>• No causal inference</a:t>
            </a:r>
          </a:p>
          <a:p>
            <a:r>
              <a:t>• Aggregation constraints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Policy considerations</a:t>
            </a:r>
          </a:p>
          <a:p>
            <a:r>
              <a:t>• Data improvements</a:t>
            </a:r>
          </a:p>
          <a:p>
            <a:r>
              <a:t>• Future research directions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Why this matters</a:t>
            </a:r>
          </a:p>
          <a:p>
            <a:r>
              <a:t>• Personal reflection</a:t>
            </a:r>
          </a:p>
          <a:p>
            <a:r>
              <a:t>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342</Words>
  <Application>Microsoft Office PowerPoint</Application>
  <PresentationFormat>Custom</PresentationFormat>
  <Paragraphs>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Equity in Access to Heart, Kidney, and Lung Transplants in the U.S.</vt:lpstr>
      <vt:lpstr>Motivation</vt:lpstr>
      <vt:lpstr>Problem Statement</vt:lpstr>
      <vt:lpstr>Primary Research Question</vt:lpstr>
      <vt:lpstr>Supporting Questions</vt:lpstr>
      <vt:lpstr>Data Sources</vt:lpstr>
      <vt:lpstr>Methods &amp; Definitions</vt:lpstr>
      <vt:lpstr>Data Cleaning</vt:lpstr>
      <vt:lpstr>Transplant Rates by Demographics</vt:lpstr>
      <vt:lpstr>Wait Time Disparities</vt:lpstr>
      <vt:lpstr>Insurance &amp; Regional Differences</vt:lpstr>
      <vt:lpstr>Outcomes While Waiting</vt:lpstr>
      <vt:lpstr>Synthesis</vt:lpstr>
      <vt:lpstr>Limitations</vt:lpstr>
      <vt:lpstr>Recommendations / Implications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Anson Boameh Richard</dc:creator>
  <cp:keywords/>
  <dc:description>generated using python-pptx</dc:description>
  <cp:lastModifiedBy>Anson Boameh Richard</cp:lastModifiedBy>
  <cp:revision>1</cp:revision>
  <dcterms:created xsi:type="dcterms:W3CDTF">2013-01-27T09:14:16Z</dcterms:created>
  <dcterms:modified xsi:type="dcterms:W3CDTF">2026-02-20T01:53:21Z</dcterms:modified>
  <cp:category/>
</cp:coreProperties>
</file>