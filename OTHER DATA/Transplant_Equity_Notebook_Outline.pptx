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3" d="100"/>
          <a:sy n="63" d="100"/>
        </p:scale>
        <p:origin x="1954" y="2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Concrete Jupyter Notebook Outline for Transplant Equity Capstone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Structured workflow for analysis and visualization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Notebook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Title &amp; Purpose</a:t>
            </a:r>
          </a:p>
          <a:p>
            <a:pPr>
              <a:defRPr sz="1800"/>
            </a:pPr>
            <a:r>
              <a:t>Import Libraries</a:t>
            </a:r>
          </a:p>
          <a:p>
            <a:pPr>
              <a:defRPr sz="1800"/>
            </a:pPr>
            <a:r>
              <a:t>Display Options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Acquisition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Load OPTN/UNOS datasets</a:t>
            </a:r>
          </a:p>
          <a:p>
            <a:pPr>
              <a:defRPr sz="1800"/>
            </a:pPr>
            <a:r>
              <a:t>Load CDC &amp; Census data</a:t>
            </a:r>
          </a:p>
          <a:p>
            <a:pPr>
              <a:defRPr sz="1800"/>
            </a:pPr>
            <a:r>
              <a:t>Document data sources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Cleaning &amp; Standardization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Inspect raw data</a:t>
            </a:r>
          </a:p>
          <a:p>
            <a:pPr>
              <a:defRPr sz="1800"/>
            </a:pPr>
            <a:r>
              <a:t>Clean demographic variables</a:t>
            </a:r>
          </a:p>
          <a:p>
            <a:pPr>
              <a:defRPr sz="1800"/>
            </a:pPr>
            <a:r>
              <a:t>Clean dates &amp; compute wait time</a:t>
            </a:r>
          </a:p>
          <a:p>
            <a:pPr>
              <a:defRPr sz="1800"/>
            </a:pPr>
            <a:r>
              <a:t>Clean geography</a:t>
            </a:r>
          </a:p>
          <a:p>
            <a:pPr>
              <a:defRPr sz="1800"/>
            </a:pPr>
            <a:r>
              <a:t>Handle missing data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Exploratory Data Analysis (EDA)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Overview of dataset</a:t>
            </a:r>
          </a:p>
          <a:p>
            <a:pPr>
              <a:defRPr sz="1800"/>
            </a:pPr>
            <a:r>
              <a:t>Initial equity-focused checks</a:t>
            </a:r>
          </a:p>
          <a:p>
            <a:pPr>
              <a:defRPr sz="1800"/>
            </a:pPr>
            <a:r>
              <a:t>Emerging patterns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Transplant Rates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Compute transplant rates</a:t>
            </a:r>
          </a:p>
          <a:p>
            <a:pPr>
              <a:defRPr sz="1800"/>
            </a:pPr>
            <a:r>
              <a:t>Visualizations: bar charts, clustered bars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Wait Times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Compute wait time metrics</a:t>
            </a:r>
          </a:p>
          <a:p>
            <a:pPr>
              <a:defRPr sz="1800"/>
            </a:pPr>
            <a:r>
              <a:t>Visualizations: boxplots, line charts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Insurance &amp; Region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Compute likelihood metrics</a:t>
            </a:r>
          </a:p>
          <a:p>
            <a:pPr>
              <a:defRPr sz="1800"/>
            </a:pPr>
            <a:r>
              <a:t>Visualizations: grouped bars, maps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Analysis – Outcomes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Outcome distributions</a:t>
            </a:r>
          </a:p>
          <a:p>
            <a:pPr>
              <a:defRPr sz="1800"/>
            </a:pPr>
            <a:r>
              <a:t>Visualizations: stacked bars, summary tables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Synthesis &amp; Key Findings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Major disparities</a:t>
            </a:r>
          </a:p>
          <a:p>
            <a:pPr>
              <a:defRPr sz="1800"/>
            </a:pPr>
            <a:r>
              <a:t>Equity implications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Data limitations</a:t>
            </a:r>
          </a:p>
          <a:p>
            <a:pPr>
              <a:defRPr sz="1800"/>
            </a:pPr>
            <a:r>
              <a:t>Analytical limitations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800"/>
            </a:pPr>
            <a:r>
              <a:t>Additional charts</a:t>
            </a:r>
          </a:p>
          <a:p>
            <a:pPr>
              <a:defRPr sz="1800"/>
            </a:pPr>
            <a:r>
              <a:t>Code utilities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145</Words>
  <Application>Microsoft Office PowerPoint</Application>
  <PresentationFormat>On-screen Show (4:3)</PresentationFormat>
  <Paragraphs>52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Concrete Jupyter Notebook Outline for Transplant Equity Capstone</vt:lpstr>
      <vt:lpstr>Notebook Setup</vt:lpstr>
      <vt:lpstr>Data Acquisition</vt:lpstr>
      <vt:lpstr>Data Cleaning &amp; Standardization</vt:lpstr>
      <vt:lpstr>Exploratory Data Analysis (EDA)</vt:lpstr>
      <vt:lpstr>Analysis – Transplant Rates</vt:lpstr>
      <vt:lpstr>Analysis – Wait Times</vt:lpstr>
      <vt:lpstr>Analysis – Insurance &amp; Region</vt:lpstr>
      <vt:lpstr>Analysis – Outcomes</vt:lpstr>
      <vt:lpstr>Synthesis &amp; Key Findings</vt:lpstr>
      <vt:lpstr>Limitations</vt:lpstr>
      <vt:lpstr>Appendix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Anson Boameh Richard</dc:creator>
  <cp:keywords/>
  <dc:description>generated using python-pptx</dc:description>
  <cp:lastModifiedBy>Anson Boameh Richard</cp:lastModifiedBy>
  <cp:revision>1</cp:revision>
  <dcterms:created xsi:type="dcterms:W3CDTF">2013-01-27T09:14:16Z</dcterms:created>
  <dcterms:modified xsi:type="dcterms:W3CDTF">2026-02-20T00:56:23Z</dcterms:modified>
  <cp:category/>
</cp:coreProperties>
</file>